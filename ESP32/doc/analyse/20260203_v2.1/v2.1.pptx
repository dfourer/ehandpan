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2" autoAdjust="0"/>
    <p:restoredTop sz="94660"/>
  </p:normalViewPr>
  <p:slideViewPr>
    <p:cSldViewPr snapToGrid="0">
      <p:cViewPr>
        <p:scale>
          <a:sx n="125" d="100"/>
          <a:sy n="125" d="100"/>
        </p:scale>
        <p:origin x="90" y="-9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EDC3D6-6D1F-6298-8454-FED77ADE6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FB7B960-0174-9587-374B-B4ACAB2B3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D62152-968F-C7F0-269C-93F0165DB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C6238A-80B6-7897-0E44-C3ED040A6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538A30-C996-B22E-2A19-F549135A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7896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F29E8D0-42F7-21B2-67AD-390F8B76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767F29-DFD3-916F-DE20-2C3764037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70058D-D18B-3C8C-C9F9-C29C8DF85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339492-456A-85EC-CA7A-30FF672B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BE6CCD-7619-FA71-8D28-CFDD2BA72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973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9D2143-F856-9D30-6019-D8E2A9C7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5A37C81-58A1-D25E-9EC6-E2E5F5DB92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3AE947-C211-5403-8A2B-782E22D9A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5D6ACD5-D695-DE0D-0401-408159AE0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CDFD8D5-3E53-F8A8-BFB3-B6204FCB1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644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AE80E-FD74-49F8-3672-9097ED03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5B3041-64BB-345F-39EF-0E12DECE4C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663FE98-C16C-9250-601E-835F5D4E80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7C78224-5A91-9104-A8BB-9CD06469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79E3BB7-8909-931B-2692-43FBA49FA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E57D100-1A05-384A-24E0-D6D624801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5452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B35B5D-ECAC-8E87-82F9-8C734D080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D0275B3-982F-ACE4-C623-9173070393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C3EBBDD-7202-27C2-F7D7-1CC8045302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003326E-7AC7-B0F9-2F3A-7BF1B9F9DF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17C93B2-225F-673D-4BB7-A0202B8869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763A1DC4-DCD5-19B9-6A59-98BA964D6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F586192-5D95-531F-EBDD-0DD19758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6758B9F-9AD0-E354-568D-D01F87826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8782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B0FB9E-4943-3EBF-86FB-715C3F13E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20F7DD5-45AC-56B2-3D66-117AE01FD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A287478-0B86-29FA-8FB8-109AEFB8E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BB36B0E-356B-741D-AF33-E49880791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59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D829354-F9E2-1592-1913-109D2AB00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E43FA180-4687-0580-29EB-884CE9A77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7F6EB88-7369-7A81-3E01-5BAB630E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3914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984AD3-D4F9-B8F8-0B49-5CB3C35C3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9E726F-771E-D56B-0324-72D28EAF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CAB9CC4-8BDE-899A-C484-387E89481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CBA6A7-6EBD-21FB-A670-8D752AD4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3B0A63A-E72D-40B3-CB0A-B7979DA3B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2E99FA8-F4A9-538E-B2D9-FA7A113BE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6216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DE6F63-3C38-015D-EE80-E6FB3CA30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2C04161-95D5-C926-F0F6-F372667340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A98B6D-D7ED-D8A4-9ADC-B8FE0AAD7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1325F6F-7194-6693-5C31-FA7646DB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38CA178-17B1-2ECC-A07B-8471C5794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12E258-687C-EC1C-3BED-4FAAE33A1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8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1EB840-3BE5-9B5A-D08A-E0FA3AE94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82F3ECD-5B46-59BD-5CFE-AC55B01CE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ED2D4ED-4A27-88FF-D38C-E8C781A6B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AE66F8-E729-ABB0-11C7-4F3ADF131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1D80C2C-B7C8-D354-1864-200300D80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8705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A7F44CD-2205-9B87-EF5A-F88C75E40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53CADE2-5A45-718D-4293-77FDF86619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D57CCD-CBF1-0B43-5E2A-414445D3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4545B5-6CC4-9017-845A-49C30871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50CC90-B911-1D3C-1A35-C37A26D7C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5997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5019E71-DD5F-48BA-9E14-83FD9AC6C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7BEAD81-01D0-7665-2436-DFE24BEF9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B26D687-A60F-9F12-ABC0-AFE9C7341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9E40E8-294E-4A00-BB65-E2054A376D6A}" type="datetimeFigureOut">
              <a:rPr lang="fr-FR" smtClean="0"/>
              <a:t>03/02/2026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570D2F-D729-EA28-6DE6-BEB13FE1BF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C51780-35E6-EEB3-289E-F873F2982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44197-3CB2-4499-ABC6-B0045C2FE09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607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diagramme, texte, lign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E501257-9E93-012F-B1D2-8858F57931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878" y="2659508"/>
            <a:ext cx="4191585" cy="362000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B2B7180-AC53-4624-D702-0F978B7BCA9C}"/>
              </a:ext>
            </a:extLst>
          </p:cNvPr>
          <p:cNvSpPr txBox="1"/>
          <p:nvPr/>
        </p:nvSpPr>
        <p:spPr>
          <a:xfrm>
            <a:off x="4216146" y="4605004"/>
            <a:ext cx="788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200ko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9D95BE-FCF1-1CED-4B47-38BC38B3B09B}"/>
              </a:ext>
            </a:extLst>
          </p:cNvPr>
          <p:cNvSpPr txBox="1"/>
          <p:nvPr/>
        </p:nvSpPr>
        <p:spPr>
          <a:xfrm>
            <a:off x="4179986" y="3604879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1Mo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16A95F7-7EEB-059C-6C05-63D0BAA2C73F}"/>
              </a:ext>
            </a:extLst>
          </p:cNvPr>
          <p:cNvSpPr txBox="1"/>
          <p:nvPr/>
        </p:nvSpPr>
        <p:spPr>
          <a:xfrm>
            <a:off x="1939290" y="253885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1N4006 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6B7FD2F-BDB8-1A69-85FE-565049D2281A}"/>
              </a:ext>
            </a:extLst>
          </p:cNvPr>
          <p:cNvSpPr txBox="1"/>
          <p:nvPr/>
        </p:nvSpPr>
        <p:spPr>
          <a:xfrm>
            <a:off x="1548488" y="3908417"/>
            <a:ext cx="11015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1N4745A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BDD5ABD-B363-84E2-E916-47C0E957D639}"/>
              </a:ext>
            </a:extLst>
          </p:cNvPr>
          <p:cNvSpPr txBox="1"/>
          <p:nvPr/>
        </p:nvSpPr>
        <p:spPr>
          <a:xfrm>
            <a:off x="1638801" y="4157091"/>
            <a:ext cx="920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>
                <a:solidFill>
                  <a:schemeClr val="accent2">
                    <a:lumMod val="75000"/>
                  </a:schemeClr>
                </a:solidFill>
              </a:rPr>
              <a:t>Vz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=16V</a:t>
            </a:r>
          </a:p>
        </p:txBody>
      </p:sp>
      <p:pic>
        <p:nvPicPr>
          <p:cNvPr id="12" name="Image 11" descr="Une image contenant Appareils électroniques, intérieur, ordinateur, câble&#10;&#10;Le contenu généré par l’IA peut être incorrect.">
            <a:extLst>
              <a:ext uri="{FF2B5EF4-FFF2-40B4-BE49-F238E27FC236}">
                <a16:creationId xmlns:a16="http://schemas.microsoft.com/office/drawing/2014/main" id="{AF2A548C-DC2E-8271-EA25-A72EE5B540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073" y="2593783"/>
            <a:ext cx="6030166" cy="2629267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C1559C2-D685-72F4-DD0B-A79D8673CCAE}"/>
              </a:ext>
            </a:extLst>
          </p:cNvPr>
          <p:cNvSpPr/>
          <p:nvPr/>
        </p:nvSpPr>
        <p:spPr>
          <a:xfrm>
            <a:off x="4334256" y="2908182"/>
            <a:ext cx="788293" cy="5848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853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text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7152898C-248B-E42C-880B-27BEA620B6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370" y="2476500"/>
            <a:ext cx="3698876" cy="4129400"/>
          </a:xfrm>
          <a:prstGeom prst="rect">
            <a:avLst/>
          </a:prstGeom>
        </p:spPr>
      </p:pic>
      <p:pic>
        <p:nvPicPr>
          <p:cNvPr id="5" name="Image 4" descr="Une image contenant texte, capture d’écran, ligne, Rectangle&#10;&#10;Le contenu généré par l’IA peut être incorrect.">
            <a:extLst>
              <a:ext uri="{FF2B5EF4-FFF2-40B4-BE49-F238E27FC236}">
                <a16:creationId xmlns:a16="http://schemas.microsoft.com/office/drawing/2014/main" id="{820EDF4E-2B6A-FBF6-0389-FF0B9BFB5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4675" y="2476500"/>
            <a:ext cx="4303355" cy="4000957"/>
          </a:xfrm>
          <a:prstGeom prst="rect">
            <a:avLst/>
          </a:prstGeom>
        </p:spPr>
      </p:pic>
      <p:pic>
        <p:nvPicPr>
          <p:cNvPr id="7" name="Image 6" descr="Une image contenant ligne, capture d’écran, Rectangle&#10;&#10;Le contenu généré par l’IA peut être incorrect.">
            <a:extLst>
              <a:ext uri="{FF2B5EF4-FFF2-40B4-BE49-F238E27FC236}">
                <a16:creationId xmlns:a16="http://schemas.microsoft.com/office/drawing/2014/main" id="{AFB68828-E585-F0A2-EB72-1E0B71C14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4687" y="1990556"/>
            <a:ext cx="3086531" cy="448690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9D2A6968-47B9-2649-FBE6-8199C21086C1}"/>
              </a:ext>
            </a:extLst>
          </p:cNvPr>
          <p:cNvSpPr txBox="1"/>
          <p:nvPr/>
        </p:nvSpPr>
        <p:spPr>
          <a:xfrm>
            <a:off x="256794" y="345814"/>
            <a:ext cx="3467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Mesures à la sortie du </a:t>
            </a:r>
            <a:r>
              <a:rPr lang="fr-FR" dirty="0" err="1">
                <a:solidFill>
                  <a:srgbClr val="0070C0"/>
                </a:solidFill>
              </a:rPr>
              <a:t>piezzo</a:t>
            </a:r>
            <a:r>
              <a:rPr lang="fr-FR" dirty="0">
                <a:solidFill>
                  <a:srgbClr val="0070C0"/>
                </a:solidFill>
              </a:rPr>
              <a:t> (P0)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605ADAD-2553-7230-8B8D-FB30DEC0EB67}"/>
              </a:ext>
            </a:extLst>
          </p:cNvPr>
          <p:cNvSpPr txBox="1"/>
          <p:nvPr/>
        </p:nvSpPr>
        <p:spPr>
          <a:xfrm>
            <a:off x="1037658" y="1502149"/>
            <a:ext cx="1297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Signal 5-6V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BF7A9D35-8C9D-1ED8-41D3-880195036BCA}"/>
              </a:ext>
            </a:extLst>
          </p:cNvPr>
          <p:cNvCxnSpPr>
            <a:stCxn id="10" idx="2"/>
          </p:cNvCxnSpPr>
          <p:nvPr/>
        </p:nvCxnSpPr>
        <p:spPr>
          <a:xfrm flipH="1">
            <a:off x="1207008" y="1871481"/>
            <a:ext cx="479225" cy="1383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B93E30B2-6753-AD40-F4D7-7AB00B21F3D5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686233" y="1871481"/>
            <a:ext cx="8198431" cy="10565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144D9C4D-E6F3-D586-D92F-42D24C7102B0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1686233" y="1871481"/>
            <a:ext cx="3681295" cy="13837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5362EB19-A5B9-E3C1-D8A2-4E1980F15661}"/>
              </a:ext>
            </a:extLst>
          </p:cNvPr>
          <p:cNvSpPr/>
          <p:nvPr/>
        </p:nvSpPr>
        <p:spPr>
          <a:xfrm>
            <a:off x="749808" y="6364224"/>
            <a:ext cx="758952" cy="36576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ADF19D8-6E84-5470-3D73-3E065E44ED53}"/>
              </a:ext>
            </a:extLst>
          </p:cNvPr>
          <p:cNvSpPr txBox="1"/>
          <p:nvPr/>
        </p:nvSpPr>
        <p:spPr>
          <a:xfrm>
            <a:off x="36888" y="2167750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2V / DIV</a:t>
            </a:r>
          </a:p>
        </p:txBody>
      </p:sp>
    </p:spTree>
    <p:extLst>
      <p:ext uri="{BB962C8B-B14F-4D97-AF65-F5344CB8AC3E}">
        <p14:creationId xmlns:p14="http://schemas.microsoft.com/office/powerpoint/2010/main" val="174348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CF46-105D-769B-3F9D-31A05E24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capture d’écran, Bleu électrique, ligne, bleu&#10;&#10;Le contenu généré par l’IA peut être incorrect.">
            <a:extLst>
              <a:ext uri="{FF2B5EF4-FFF2-40B4-BE49-F238E27FC236}">
                <a16:creationId xmlns:a16="http://schemas.microsoft.com/office/drawing/2014/main" id="{DDEDF401-2C3B-DD10-8BCC-2D2119BFA8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1754" y="3515487"/>
            <a:ext cx="1436732" cy="2211696"/>
          </a:xfrm>
          <a:prstGeom prst="rect">
            <a:avLst/>
          </a:prstGeom>
        </p:spPr>
      </p:pic>
      <p:pic>
        <p:nvPicPr>
          <p:cNvPr id="15" name="Image 14" descr="Une image contenant capture d’écran, Bleu électrique, bleu, cellule solaire&#10;&#10;Le contenu généré par l’IA peut être incorrect.">
            <a:extLst>
              <a:ext uri="{FF2B5EF4-FFF2-40B4-BE49-F238E27FC236}">
                <a16:creationId xmlns:a16="http://schemas.microsoft.com/office/drawing/2014/main" id="{315D0A31-18F8-1F2E-6E24-ED729458A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0278" y="3515486"/>
            <a:ext cx="1267116" cy="2935695"/>
          </a:xfrm>
          <a:prstGeom prst="rect">
            <a:avLst/>
          </a:prstGeom>
        </p:spPr>
      </p:pic>
      <p:pic>
        <p:nvPicPr>
          <p:cNvPr id="4" name="Image 3" descr="Une image contenant Rectangle, capture d’écran, texte, bleu&#10;&#10;Le contenu généré par l’IA peut être incorrect.">
            <a:extLst>
              <a:ext uri="{FF2B5EF4-FFF2-40B4-BE49-F238E27FC236}">
                <a16:creationId xmlns:a16="http://schemas.microsoft.com/office/drawing/2014/main" id="{4DB29328-6827-3544-9496-75C67D684A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00" y="3515487"/>
            <a:ext cx="3448680" cy="225159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7A23818-93B5-0695-59C1-44C15DAE6D6B}"/>
              </a:ext>
            </a:extLst>
          </p:cNvPr>
          <p:cNvSpPr txBox="1"/>
          <p:nvPr/>
        </p:nvSpPr>
        <p:spPr>
          <a:xfrm>
            <a:off x="256794" y="345814"/>
            <a:ext cx="3150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</a:rPr>
              <a:t>Mesures au pont diviseur (S0) 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8C8CC2F-1BE8-0995-86B4-73647659C9C4}"/>
              </a:ext>
            </a:extLst>
          </p:cNvPr>
          <p:cNvSpPr txBox="1"/>
          <p:nvPr/>
        </p:nvSpPr>
        <p:spPr>
          <a:xfrm>
            <a:off x="1037658" y="1502149"/>
            <a:ext cx="199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Signal 50 – 100 mv</a:t>
            </a:r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F228DBB7-8F6F-4298-958E-3EB950D9303A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037516" y="1871481"/>
            <a:ext cx="997784" cy="24719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D1A59247-2026-2DA5-21E5-AA4C8710B202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037516" y="1871481"/>
            <a:ext cx="4115634" cy="293569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4CD520E-4710-EB06-5E2D-14285EECEBA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2037516" y="1871481"/>
            <a:ext cx="2799003" cy="267511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1C06F304-0527-82A8-26EA-DD1C13F29124}"/>
              </a:ext>
            </a:extLst>
          </p:cNvPr>
          <p:cNvSpPr/>
          <p:nvPr/>
        </p:nvSpPr>
        <p:spPr>
          <a:xfrm>
            <a:off x="256794" y="5537199"/>
            <a:ext cx="406781" cy="267857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917F1E5-D73D-9C7D-010A-6F2544D69453}"/>
              </a:ext>
            </a:extLst>
          </p:cNvPr>
          <p:cNvSpPr txBox="1"/>
          <p:nvPr/>
        </p:nvSpPr>
        <p:spPr>
          <a:xfrm>
            <a:off x="0" y="3107440"/>
            <a:ext cx="1457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chemeClr val="accent2">
                    <a:lumMod val="75000"/>
                  </a:schemeClr>
                </a:solidFill>
              </a:rPr>
              <a:t>100 mV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/ DIV</a:t>
            </a:r>
          </a:p>
        </p:txBody>
      </p:sp>
    </p:spTree>
    <p:extLst>
      <p:ext uri="{BB962C8B-B14F-4D97-AF65-F5344CB8AC3E}">
        <p14:creationId xmlns:p14="http://schemas.microsoft.com/office/powerpoint/2010/main" val="300329771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37</Words>
  <Application>Microsoft Office PowerPoint</Application>
  <PresentationFormat>Grand écran</PresentationFormat>
  <Paragraphs>11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Eric Genotelle</dc:creator>
  <cp:lastModifiedBy>Eric Genotelle</cp:lastModifiedBy>
  <cp:revision>5</cp:revision>
  <dcterms:created xsi:type="dcterms:W3CDTF">2026-02-03T21:49:26Z</dcterms:created>
  <dcterms:modified xsi:type="dcterms:W3CDTF">2026-02-03T22:28:37Z</dcterms:modified>
</cp:coreProperties>
</file>